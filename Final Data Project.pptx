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327" r:id="rId5"/>
    <p:sldId id="326" r:id="rId6"/>
    <p:sldId id="315" r:id="rId7"/>
    <p:sldId id="320" r:id="rId8"/>
    <p:sldId id="323" r:id="rId9"/>
    <p:sldId id="325" r:id="rId10"/>
    <p:sldId id="3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79" autoAdjust="0"/>
    <p:restoredTop sz="55566" autoAdjust="0"/>
  </p:normalViewPr>
  <p:slideViewPr>
    <p:cSldViewPr snapToGrid="0">
      <p:cViewPr varScale="1">
        <p:scale>
          <a:sx n="46" d="100"/>
          <a:sy n="46" d="100"/>
        </p:scale>
        <p:origin x="784" y="16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Both graphs are stationary 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see that the total units sold annually dropped significantly in 2006 but picked up again </a:t>
            </a:r>
            <a:r>
              <a:rPr lang="en-US"/>
              <a:t>after 2009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graphed the units sold by year and we confirmed that the graph and stationary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 are no trends, cycles, or seasonal effects </a:t>
            </a:r>
          </a:p>
          <a:p>
            <a:pPr marL="171450" indent="-171450">
              <a:buFontTx/>
              <a:buChar char="-"/>
            </a:pPr>
            <a:r>
              <a:rPr lang="en-US" dirty="0"/>
              <a:t>Since this was the case, we did not have to compute the % change for the units sold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51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Since the units sold is a stationary graph like seen on the last slide, we used this information for the forecasting techniques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First, we computed the moving average forecasting technique which is defined as a smoothing method based on the idea of averaging random fluctuations in the time series to identify the underlying direction in which the time series is changing.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For the min RSME, the optimal number of K was 12, which shows a forecast of 11,986 units sold in April 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the min MAD, the optimal number K was 4, which shows a forecast of 11,548 units sold in April</a:t>
            </a:r>
          </a:p>
          <a:p>
            <a:pPr marL="171450" indent="-171450">
              <a:buFontTx/>
              <a:buChar char="-"/>
            </a:pPr>
            <a:r>
              <a:rPr lang="en-US" dirty="0"/>
              <a:t>After this, we computed the exponential smoothing technique, which is defined as a versatile approach for short-range forecasting 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the min RSME, the optimal level of alfa was 0.3, which shows a forecast of 10,805 units sold in April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the min MAD, the optimal level of alfa was 0.5, which shows a forecast of 10,373 units sold in April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>
                <a:latin typeface="+mj-lt"/>
                <a:ea typeface="+mj-ea"/>
                <a:cs typeface="+mj-cs"/>
              </a:rPr>
              <a:t>Honda pilot case study</a:t>
            </a:r>
          </a:p>
        </p:txBody>
      </p:sp>
      <p:pic>
        <p:nvPicPr>
          <p:cNvPr id="1026" name="Picture 2" descr="2025 Honda Pilot Black Edition: First Look | Capital One Auto Navigator">
            <a:extLst>
              <a:ext uri="{FF2B5EF4-FFF2-40B4-BE49-F238E27FC236}">
                <a16:creationId xmlns:a16="http://schemas.microsoft.com/office/drawing/2014/main" id="{BE3607CB-DE59-CA68-ADC7-2B6A2F8AC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r="20325" b="-2"/>
          <a:stretch/>
        </p:blipFill>
        <p:spPr bwMode="auto">
          <a:xfrm>
            <a:off x="20" y="-10160"/>
            <a:ext cx="60959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60040B-7644-AFB4-B2A5-C0BBC705A010}"/>
              </a:ext>
            </a:extLst>
          </p:cNvPr>
          <p:cNvSpPr txBox="1"/>
          <p:nvPr/>
        </p:nvSpPr>
        <p:spPr>
          <a:xfrm>
            <a:off x="6126163" y="4172990"/>
            <a:ext cx="4805997" cy="2389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Overview here</a:t>
            </a:r>
          </a:p>
        </p:txBody>
      </p:sp>
    </p:spTree>
    <p:extLst>
      <p:ext uri="{BB962C8B-B14F-4D97-AF65-F5344CB8AC3E}">
        <p14:creationId xmlns:p14="http://schemas.microsoft.com/office/powerpoint/2010/main" val="261538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92B9-2BBD-731B-4ACF-F582764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57E9-E565-245A-07FF-51C3FEC6B9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A4123-3C6C-4EBD-B4FB-FBD146377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7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Financial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CB880-E4CA-6B15-3FF2-826767D947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Monthly descriptive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3E778-B5D3-1CFE-9417-B55442E2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443" y="1740365"/>
            <a:ext cx="8341113" cy="424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descriptive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38153B-C82A-C4ED-7BEA-199896898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4"/>
          <a:stretch/>
        </p:blipFill>
        <p:spPr>
          <a:xfrm>
            <a:off x="204758" y="2066557"/>
            <a:ext cx="5555513" cy="33192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03A66A-E78D-06EB-6B86-B49CBFD9F2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5"/>
          <a:stretch/>
        </p:blipFill>
        <p:spPr>
          <a:xfrm>
            <a:off x="6096000" y="2066557"/>
            <a:ext cx="5555511" cy="33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7A0C14-3082-95B8-BEFB-D3CB0293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1" y="3625243"/>
            <a:ext cx="3657600" cy="1587524"/>
          </a:xfrm>
        </p:spPr>
        <p:txBody>
          <a:bodyPr>
            <a:normAutofit/>
          </a:bodyPr>
          <a:lstStyle/>
          <a:p>
            <a:r>
              <a:rPr lang="en-US" sz="4000" dirty="0"/>
              <a:t>Stationary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715BF-A580-DD60-4A3F-9687B4FC7A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631825" cy="29527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D8ED9F6-8DF8-CC02-CA6F-3325799620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7"/>
          <a:stretch/>
        </p:blipFill>
        <p:spPr>
          <a:xfrm>
            <a:off x="5904363" y="1529320"/>
            <a:ext cx="5297649" cy="2816256"/>
          </a:xfrm>
          <a:prstGeom prst="rect">
            <a:avLst/>
          </a:prstGeom>
        </p:spPr>
      </p:pic>
      <p:pic>
        <p:nvPicPr>
          <p:cNvPr id="1026" name="Picture 2" descr="A graph showing a number of months and months&#10;&#10;AI-generated content may be incorrect.">
            <a:extLst>
              <a:ext uri="{FF2B5EF4-FFF2-40B4-BE49-F238E27FC236}">
                <a16:creationId xmlns:a16="http://schemas.microsoft.com/office/drawing/2014/main" id="{8A7A4E36-545A-9DEE-EE03-AAC1AF8C2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48" y="1362049"/>
            <a:ext cx="8282741" cy="452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20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F8296-00DA-7AC9-8714-30951D7CF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5" y="2011680"/>
            <a:ext cx="7772400" cy="1417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F0117E-3A6F-137E-5EFC-0A79F63B3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465" y="4025130"/>
            <a:ext cx="7772400" cy="14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{C40BC64B-F2ED-4DAE-878E-6488556EB5A9}tf22318419_win32</Template>
  <TotalTime>333</TotalTime>
  <Words>273</Words>
  <Application>Microsoft Macintosh PowerPoint</Application>
  <PresentationFormat>Widescreen</PresentationFormat>
  <Paragraphs>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Honda pilot case study</vt:lpstr>
      <vt:lpstr>Overview </vt:lpstr>
      <vt:lpstr>Financial statement</vt:lpstr>
      <vt:lpstr>Monthly descriptive analysis</vt:lpstr>
      <vt:lpstr>Annual descriptive analysis</vt:lpstr>
      <vt:lpstr>Stationary analysis</vt:lpstr>
      <vt:lpstr>Forecasting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</dc:title>
  <dc:creator>Anne Christine Saint Firmin</dc:creator>
  <cp:lastModifiedBy>Paula Buitrago</cp:lastModifiedBy>
  <cp:revision>9</cp:revision>
  <dcterms:created xsi:type="dcterms:W3CDTF">2025-05-06T15:47:07Z</dcterms:created>
  <dcterms:modified xsi:type="dcterms:W3CDTF">2025-05-08T13:51:16Z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